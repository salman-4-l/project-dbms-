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Presentation I of our DBMS course project: an E-Commerce Order, Return and Refund Management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problem is that an e-commerce system has many types of related data. If this data is not properly organized, it becomes difficult to track orders, returns and refunds. So our project uses a centralized MySQL database to manage these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main objective is to create a database-driven e-commerce system where customers, products, orders, returns and refunds are properly connected and managed.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does not directly connect to MySQL. The frontend sends requests to our Express backend through APIs. The backend executes SQL queries and communicates with the MySQL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six main modules. Customers place orders for products; orders can lead to returns; approved returns lead to refunds.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scope of the project: registration and login, products and inventory, orders, returns with approval or rejection, refunds, admin monitoring, and database-backed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outcome is a working system where every change made in the UI is stored in MySQL and orders, returns and refunds can be tracked accurately.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1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1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60720" y="457200"/>
            <a:ext cx="4206240" cy="42062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Shape 1"/>
          <p:cNvSpPr/>
          <p:nvPr/>
        </p:nvSpPr>
        <p:spPr>
          <a:xfrm>
            <a:off x="6583680" y="1280160"/>
            <a:ext cx="2560320" cy="2560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65960"/>
            <a:ext cx="1188720" cy="1188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06440" y="33832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869" y="3613709"/>
            <a:ext cx="362102" cy="36210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138160" y="640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9" y="870509"/>
            <a:ext cx="362102" cy="36210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 · PRESENTATION I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15087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Order, Return and Refund Management System</a:t>
            </a:r>
            <a:endParaRPr lang="en-US" sz="36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Node.js + Express  ·  MySQL</a:t>
            </a:r>
            <a:endParaRPr lang="en-US" sz="16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1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017520" cy="32004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1805026"/>
            <a:ext cx="321869" cy="3218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 database to manage the complete e-commerce process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840480" y="1280160"/>
            <a:ext cx="47548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977640" y="1371600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139" y="1520099"/>
            <a:ext cx="233355" cy="23335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and inconsistency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 lead to duplicate, conflicting data.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840480" y="2103120"/>
            <a:ext cx="47548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977640" y="2194560"/>
            <a:ext cx="530352" cy="53035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39" y="2343059"/>
            <a:ext cx="233355" cy="23335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634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transactions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returns and refunds are difficult to follow.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3840480" y="2926080"/>
            <a:ext cx="47548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977640" y="301752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139" y="3166019"/>
            <a:ext cx="233355" cy="23335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634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simplicity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66344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orders and request returns easily.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840480" y="3749040"/>
            <a:ext cx="47548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977640" y="384048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139" y="3988979"/>
            <a:ext cx="233355" cy="23335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need efficiency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orders, returns and refunds.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13232" y="1490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631290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3232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customer and product information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606040" y="132588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70632" y="14904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450" y="1631290"/>
            <a:ext cx="221285" cy="2212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770632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orders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132588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828032" y="149047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50" y="1631290"/>
            <a:ext cx="221285" cy="22128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28032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 inventory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720840" y="132588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85432" y="149047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250" y="1631290"/>
            <a:ext cx="221285" cy="22128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85432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customers to request returns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297180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13232" y="3136392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3277210"/>
            <a:ext cx="221285" cy="22128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3232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return status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2606040" y="297180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2770632" y="31363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1450" y="3277210"/>
            <a:ext cx="221285" cy="22128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770632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refunds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4663440" y="297180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828032" y="31363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8850" y="3277210"/>
            <a:ext cx="221285" cy="22128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28032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admin interface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720840" y="297180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885432" y="313639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6250" y="3277210"/>
            <a:ext cx="221285" cy="22128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885432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related records consistent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Proposed System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71600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426" y="1805026"/>
            <a:ext cx="321869" cy="3218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017520" y="2194560"/>
            <a:ext cx="274320" cy="32004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Shape 6"/>
          <p:cNvSpPr/>
          <p:nvPr/>
        </p:nvSpPr>
        <p:spPr>
          <a:xfrm>
            <a:off x="3383280" y="137160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66" y="1805026"/>
            <a:ext cx="321869" cy="32186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REST APIs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852160" y="2194560"/>
            <a:ext cx="274320" cy="32004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Shape 11"/>
          <p:cNvSpPr/>
          <p:nvPr/>
        </p:nvSpPr>
        <p:spPr>
          <a:xfrm>
            <a:off x="6217920" y="137160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040880" y="1600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6" y="1805026"/>
            <a:ext cx="321869" cy="3218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376732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01" y="3936309"/>
            <a:ext cx="265542" cy="2655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3703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never connects directly to MySQL. SQL queries run through the backend, and database changes are reflected in the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1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Main Modules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52704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667866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417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697480" y="132588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834640" y="15270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458" y="1667866"/>
            <a:ext cx="221285" cy="2212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29000" y="1417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237744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85800" y="25786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2719426"/>
            <a:ext cx="221285" cy="22128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2697480" y="237744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2834640" y="257860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458" y="2719426"/>
            <a:ext cx="221285" cy="22128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42900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Management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342900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85800" y="363016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3770986"/>
            <a:ext cx="221285" cy="22128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520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Management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2697480" y="342900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2834640" y="363016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5458" y="3770986"/>
            <a:ext cx="221285" cy="22128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429000" y="3520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4937760" y="1325880"/>
            <a:ext cx="365760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9" name="Text 20"/>
          <p:cNvSpPr txBox="1"/>
          <p:nvPr/>
        </p:nvSpPr>
        <p:spPr>
          <a:xfrm>
            <a:off x="521208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5212080" y="1874520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5212080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5897880" y="2276856"/>
            <a:ext cx="182880" cy="15544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33" name="Shape 24"/>
          <p:cNvSpPr/>
          <p:nvPr/>
        </p:nvSpPr>
        <p:spPr>
          <a:xfrm>
            <a:off x="5212080" y="2441448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5212080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5897880" y="2843784"/>
            <a:ext cx="182880" cy="15544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36" name="Shape 27"/>
          <p:cNvSpPr/>
          <p:nvPr/>
        </p:nvSpPr>
        <p:spPr>
          <a:xfrm>
            <a:off x="5212080" y="3008376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5212080" y="3008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5897880" y="3410712"/>
            <a:ext cx="182880" cy="15544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39" name="Shape 30"/>
          <p:cNvSpPr/>
          <p:nvPr/>
        </p:nvSpPr>
        <p:spPr>
          <a:xfrm>
            <a:off x="5212080" y="3575304"/>
            <a:ext cx="155448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5212080" y="35753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7315200" y="18745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731520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6858000" y="1938528"/>
            <a:ext cx="365760" cy="256032"/>
          </a:xfrm>
          <a:prstGeom prst="leftArrow">
            <a:avLst/>
          </a:prstGeom>
          <a:solidFill>
            <a:schemeClr val="accent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Scope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371600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1509857"/>
            <a:ext cx="217261" cy="2172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28016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and login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2084832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" y="217627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2314529"/>
            <a:ext cx="217261" cy="21726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08483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viewing and inventory management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2889504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85800" y="2980944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3119201"/>
            <a:ext cx="217261" cy="21726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288950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3694176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5800" y="3785616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" y="3923873"/>
            <a:ext cx="217261" cy="21726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369417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requests and approval / rejection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4663440" y="1280160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00600" y="1371600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857" y="1509857"/>
            <a:ext cx="217261" cy="21726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40680" y="128016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processing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663440" y="2084832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800600" y="217627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857" y="2314529"/>
            <a:ext cx="217261" cy="217261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40680" y="208483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 and monitoring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4663440" y="2889504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800600" y="2980944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8857" y="3119201"/>
            <a:ext cx="217261" cy="21726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440680" y="288950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Database-backed CRUD operations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4663440" y="3694176"/>
            <a:ext cx="3931920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33" name="Text 23"/>
          <p:cNvSpPr txBox="1"/>
          <p:nvPr/>
        </p:nvSpPr>
        <p:spPr>
          <a:xfrm>
            <a:off x="4663440" y="369417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stored in MySQL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Expected Outcome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database-driven e-commerce system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6824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organized and related data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0350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68249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customer interaction through the UI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2369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15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over important operations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474720" y="31089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23697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747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tracking of orders, returns and refunds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0350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1B3A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23697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2179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 are stored in MySQL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1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erceDB">
  <a:themeElements>
    <a:clrScheme name="CommerceDB">
      <a:dk1>
        <a:srgbClr val="1B1B3A"/>
      </a:dk1>
      <a:lt1>
        <a:srgbClr val="FFFFFF"/>
      </a:lt1>
      <a:dk2>
        <a:srgbClr val="23244F"/>
      </a:dk2>
      <a:lt2>
        <a:srgbClr val="F3F4FA"/>
      </a:lt2>
      <a:accent1>
        <a:srgbClr val="FF7A3D"/>
      </a:accent1>
      <a:accent2>
        <a:srgbClr val="2EC4B6"/>
      </a:accent2>
      <a:accent3>
        <a:srgbClr val="6C63FF"/>
      </a:accent3>
      <a:accent4>
        <a:srgbClr val="FFC857"/>
      </a:accent4>
      <a:accent5>
        <a:srgbClr val="E5446D"/>
      </a:accent5>
      <a:accent6>
        <a:srgbClr val="4D9DE0"/>
      </a:accent6>
      <a:hlink>
        <a:srgbClr val="6C63FF"/>
      </a:hlink>
      <a:folHlink>
        <a:srgbClr val="23244F"/>
      </a:folHlink>
    </a:clrScheme>
    <a:fontScheme name="CommerceD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Order, Return and Refund Management System</dc:title>
  <dc:subject>PptxGenJS Presentation</dc:subject>
  <dc:creator>PptxGenJS</dc:creator>
  <cp:lastModifiedBy>PptxGenJS</cp:lastModifiedBy>
  <cp:revision>1</cp:revision>
  <dcterms:created xsi:type="dcterms:W3CDTF">2026-10-06T06:25:39Z</dcterms:created>
  <dcterms:modified xsi:type="dcterms:W3CDTF">2026-10-06T06:25:39Z</dcterms:modified>
</cp:coreProperties>
</file>