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352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-548640"/>
            <a:ext cx="2377440" cy="237744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5120640"/>
            <a:ext cx="3840480" cy="3840480"/>
          </a:xfrm>
          <a:prstGeom prst="ellipse">
            <a:avLst/>
          </a:prstGeom>
          <a:solidFill>
            <a:srgbClr val="352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6126480"/>
            <a:ext cx="1554480" cy="1554480"/>
          </a:xfrm>
          <a:prstGeom prst="ellipse">
            <a:avLst/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37360" y="640080"/>
            <a:ext cx="256032" cy="256032"/>
          </a:xfrm>
          <a:prstGeom prst="ellipse">
            <a:avLst/>
          </a:prstGeom>
          <a:solidFill>
            <a:srgbClr val="00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48840" y="868680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5852160"/>
            <a:ext cx="219456" cy="219456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1005840" cy="76200"/>
          </a:xfrm>
          <a:prstGeom prst="roundRect">
            <a:avLst/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9875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Calibri"/>
              </a:rPr>
              <a:t>Design and Implementation of a Database Management System for
E-Commerce Order, Return and Refund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30352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352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8581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8DBFB"/>
                </a:solidFill>
                <a:latin typeface="Calibri"/>
              </a:rPr>
              <a:t>📸 SCREENSHOTS WALKTHROUGH  • 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97280"/>
            <a:ext cx="2926080" cy="2926080"/>
          </a:xfrm>
          <a:prstGeom prst="ellipse">
            <a:avLst/>
          </a:prstGeom>
          <a:solidFill>
            <a:srgbClr val="FAD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937760"/>
            <a:ext cx="2560320" cy="2560320"/>
          </a:xfrm>
          <a:prstGeom prst="ellipse">
            <a:avLst/>
          </a:prstGeom>
          <a:solidFill>
            <a:srgbClr val="E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65100" cy="1651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502920"/>
            <a:ext cx="165100" cy="165100"/>
          </a:xfrm>
          <a:prstGeom prst="ellipse">
            <a:avLst/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502920"/>
            <a:ext cx="165100" cy="165100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94760" y="1051560"/>
            <a:ext cx="4746925" cy="5340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94760" y="1051560"/>
            <a:ext cx="4746925" cy="384048"/>
          </a:xfrm>
          <a:prstGeom prst="roundRect">
            <a:avLst>
              <a:gd name="adj" fmla="val 35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051560"/>
            <a:ext cx="4746925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Entities  •  Screenshot 01</a:t>
            </a:r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1581912"/>
            <a:ext cx="445431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6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81360" y="-1005840"/>
            <a:ext cx="2743200" cy="2743200"/>
          </a:xfrm>
          <a:prstGeom prst="ellipse">
            <a:avLst/>
          </a:prstGeom>
          <a:solidFill>
            <a:srgbClr val="D5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5303520"/>
            <a:ext cx="2377440" cy="2377440"/>
          </a:xfrm>
          <a:prstGeom prst="ellipse">
            <a:avLst/>
          </a:prstGeom>
          <a:solidFill>
            <a:srgbClr val="D1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65100" cy="165100"/>
          </a:xfrm>
          <a:prstGeom prst="ellipse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502920"/>
            <a:ext cx="165100" cy="165100"/>
          </a:xfrm>
          <a:prstGeom prst="ellipse">
            <a:avLst/>
          </a:prstGeom>
          <a:solidFill>
            <a:srgbClr val="48D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502920"/>
            <a:ext cx="165100" cy="1651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822960"/>
            <a:ext cx="7242048" cy="411812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822960"/>
            <a:ext cx="7242048" cy="384048"/>
          </a:xfrm>
          <a:prstGeom prst="roundRect">
            <a:avLst>
              <a:gd name="adj" fmla="val 35000"/>
            </a:avLst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7242048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Login Page  •  Screenshot 02</a:t>
            </a:r>
          </a:p>
        </p:txBody>
      </p:sp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353312"/>
            <a:ext cx="6949440" cy="344146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0080" y="5074920"/>
            <a:ext cx="11201400" cy="148535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5074920"/>
            <a:ext cx="11201400" cy="384048"/>
          </a:xfrm>
          <a:prstGeom prst="roundRect">
            <a:avLst>
              <a:gd name="adj" fmla="val 35000"/>
            </a:avLst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11201400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Database for Customer Details</a:t>
            </a:r>
          </a:p>
        </p:txBody>
      </p:sp>
      <p:pic>
        <p:nvPicPr>
          <p:cNvPr id="14" name="Picture 13" descr="image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5605272"/>
            <a:ext cx="10908792" cy="808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3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247120" y="5486400"/>
            <a:ext cx="2011680" cy="2011680"/>
          </a:xfrm>
          <a:prstGeom prst="ellipse">
            <a:avLst/>
          </a:prstGeom>
          <a:solidFill>
            <a:srgbClr val="FB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57200"/>
            <a:ext cx="165100" cy="165100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457200"/>
            <a:ext cx="165100" cy="165100"/>
          </a:xfrm>
          <a:prstGeom prst="ellipse">
            <a:avLst/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457200"/>
            <a:ext cx="165100" cy="165100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822960"/>
            <a:ext cx="4238989" cy="57515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822960"/>
            <a:ext cx="4238989" cy="384048"/>
          </a:xfrm>
          <a:prstGeom prst="roundRect">
            <a:avLst>
              <a:gd name="adj" fmla="val 35000"/>
            </a:avLst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4238989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Products Database</a:t>
            </a:r>
          </a:p>
        </p:txBody>
      </p:sp>
      <p:pic>
        <p:nvPicPr>
          <p:cNvPr id="9" name="Picture 8" descr="image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353312"/>
            <a:ext cx="3946381" cy="5074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12080" y="822960"/>
            <a:ext cx="6060823" cy="3054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12080" y="822960"/>
            <a:ext cx="6060823" cy="384048"/>
          </a:xfrm>
          <a:prstGeom prst="roundRect">
            <a:avLst>
              <a:gd name="adj" fmla="val 35000"/>
            </a:avLst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822960"/>
            <a:ext cx="6060823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My Profile  •  Screenshot 03</a:t>
            </a:r>
          </a:p>
        </p:txBody>
      </p:sp>
      <p:pic>
        <p:nvPicPr>
          <p:cNvPr id="13" name="Picture 1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353312"/>
            <a:ext cx="5768215" cy="23774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 rot="21510000">
            <a:off x="5212080" y="3977639"/>
            <a:ext cx="4179624" cy="27797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 rot="21510000">
            <a:off x="5212080" y="3977639"/>
            <a:ext cx="4179624" cy="384048"/>
          </a:xfrm>
          <a:prstGeom prst="roundRect">
            <a:avLst>
              <a:gd name="adj" fmla="val 35000"/>
            </a:avLst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21510000">
            <a:off x="5212080" y="3977639"/>
            <a:ext cx="4179624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Products List to Place an Order  •  Screenshot 04</a:t>
            </a:r>
          </a:p>
        </p:txBody>
      </p:sp>
      <p:pic>
        <p:nvPicPr>
          <p:cNvPr id="17" name="Picture 16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384" y="4507991"/>
            <a:ext cx="3887016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5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05840" y="-1005840"/>
            <a:ext cx="2560320" cy="2560320"/>
          </a:xfrm>
          <a:prstGeom prst="ellipse">
            <a:avLst/>
          </a:prstGeom>
          <a:solidFill>
            <a:srgbClr val="C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55680" y="4480560"/>
            <a:ext cx="2194560" cy="2194560"/>
          </a:xfrm>
          <a:prstGeom prst="ellipse">
            <a:avLst/>
          </a:prstGeom>
          <a:solidFill>
            <a:srgbClr val="DAE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65100" cy="165100"/>
          </a:xfrm>
          <a:prstGeom prst="ellipse">
            <a:avLst/>
          </a:prstGeom>
          <a:solidFill>
            <a:srgbClr val="00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502920"/>
            <a:ext cx="165100" cy="165100"/>
          </a:xfrm>
          <a:prstGeom prst="ellipse">
            <a:avLst/>
          </a:prstGeom>
          <a:solidFill>
            <a:srgbClr val="098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502920"/>
            <a:ext cx="165100" cy="1651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14600" y="685800"/>
            <a:ext cx="6880500" cy="40599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4600" y="685800"/>
            <a:ext cx="6880500" cy="384048"/>
          </a:xfrm>
          <a:prstGeom prst="roundRect">
            <a:avLst>
              <a:gd name="adj" fmla="val 35000"/>
            </a:avLst>
          </a:prstGeom>
          <a:solidFill>
            <a:srgbClr val="00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685800"/>
            <a:ext cx="6880500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Orders Placed by Customer  •  Screenshot 05</a:t>
            </a:r>
          </a:p>
        </p:txBody>
      </p:sp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4" y="1216152"/>
            <a:ext cx="6587892" cy="33832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514600" y="4937760"/>
            <a:ext cx="7144687" cy="19568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4937760"/>
            <a:ext cx="7144687" cy="384048"/>
          </a:xfrm>
          <a:prstGeom prst="roundRect">
            <a:avLst>
              <a:gd name="adj" fmla="val 35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4937760"/>
            <a:ext cx="7144687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Orders Database</a:t>
            </a:r>
          </a:p>
        </p:txBody>
      </p:sp>
      <p:pic>
        <p:nvPicPr>
          <p:cNvPr id="14" name="Picture 13" descr="image(3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5468112"/>
            <a:ext cx="6852079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1097280"/>
            <a:ext cx="2926080" cy="2926080"/>
          </a:xfrm>
          <a:prstGeom prst="ellipse">
            <a:avLst/>
          </a:prstGeom>
          <a:solidFill>
            <a:srgbClr val="D1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5120640"/>
            <a:ext cx="2560320" cy="2560320"/>
          </a:xfrm>
          <a:prstGeom prst="ellipse">
            <a:avLst/>
          </a:prstGeom>
          <a:solidFill>
            <a:srgbClr val="FCE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65100" cy="165100"/>
          </a:xfrm>
          <a:prstGeom prst="ellipse">
            <a:avLst/>
          </a:prstGeom>
          <a:solidFill>
            <a:srgbClr val="00B8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502920"/>
            <a:ext cx="165100" cy="165100"/>
          </a:xfrm>
          <a:prstGeom prst="ellipse">
            <a:avLst/>
          </a:prstGeom>
          <a:solidFill>
            <a:srgbClr val="00C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502920"/>
            <a:ext cx="165100" cy="165100"/>
          </a:xfrm>
          <a:prstGeom prst="ellipse">
            <a:avLst/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 rot="21540000">
            <a:off x="1051560" y="1234440"/>
            <a:ext cx="10351008" cy="47673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21540000">
            <a:off x="1051560" y="1234440"/>
            <a:ext cx="10351008" cy="384048"/>
          </a:xfrm>
          <a:prstGeom prst="roundRect">
            <a:avLst>
              <a:gd name="adj" fmla="val 35000"/>
            </a:avLst>
          </a:prstGeom>
          <a:solidFill>
            <a:srgbClr val="E17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1540000">
            <a:off x="1051560" y="1234440"/>
            <a:ext cx="10351008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Order Return and Refund  •  Screenshot 06</a:t>
            </a:r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864" y="1764792"/>
            <a:ext cx="10058400" cy="4090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1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560320" cy="2560320"/>
          </a:xfrm>
          <a:prstGeom prst="ellipse">
            <a:avLst/>
          </a:prstGeom>
          <a:solidFill>
            <a:srgbClr val="E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5120640"/>
            <a:ext cx="2194560" cy="2194560"/>
          </a:xfrm>
          <a:prstGeom prst="ellipse">
            <a:avLst/>
          </a:prstGeom>
          <a:solidFill>
            <a:srgbClr val="FAD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65100" cy="165100"/>
          </a:xfrm>
          <a:prstGeom prst="ellipse">
            <a:avLst/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502920"/>
            <a:ext cx="165100" cy="1651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502920"/>
            <a:ext cx="165100" cy="1651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554480"/>
            <a:ext cx="11173968" cy="348985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11173968" cy="384048"/>
          </a:xfrm>
          <a:prstGeom prst="roundRect">
            <a:avLst>
              <a:gd name="adj" fmla="val 3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554480"/>
            <a:ext cx="11173968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Products for Admin — Insertion &amp; Deletion  •  Screenshot 07</a:t>
            </a:r>
          </a:p>
        </p:txBody>
      </p:sp>
      <p:pic>
        <p:nvPicPr>
          <p:cNvPr id="10" name="Picture 9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2084832"/>
            <a:ext cx="10881360" cy="2813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55680" y="-914400"/>
            <a:ext cx="2560320" cy="2560320"/>
          </a:xfrm>
          <a:prstGeom prst="ellipse">
            <a:avLst/>
          </a:prstGeom>
          <a:solidFill>
            <a:srgbClr val="FB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486400"/>
            <a:ext cx="2194560" cy="2194560"/>
          </a:xfrm>
          <a:prstGeom prst="ellipse">
            <a:avLst/>
          </a:prstGeom>
          <a:solidFill>
            <a:srgbClr val="E8E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65100" cy="1651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502920"/>
            <a:ext cx="165100" cy="165100"/>
          </a:xfrm>
          <a:prstGeom prst="ellipse">
            <a:avLst/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502920"/>
            <a:ext cx="165100" cy="165100"/>
          </a:xfrm>
          <a:prstGeom prst="ellipse">
            <a:avLst/>
          </a:prstGeom>
          <a:solidFill>
            <a:srgbClr val="48D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685800"/>
            <a:ext cx="8229452" cy="2825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65960" y="685800"/>
            <a:ext cx="8229452" cy="384048"/>
          </a:xfrm>
          <a:prstGeom prst="roundRect">
            <a:avLst>
              <a:gd name="adj" fmla="val 35000"/>
            </a:avLst>
          </a:prstGeom>
          <a:solidFill>
            <a:srgbClr val="E843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685800"/>
            <a:ext cx="8229452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Refunds  •  Screenshot 08</a:t>
            </a:r>
          </a:p>
        </p:txBody>
      </p:sp>
      <p:pic>
        <p:nvPicPr>
          <p:cNvPr id="10" name="Picture 9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264" y="1216152"/>
            <a:ext cx="7936844" cy="2148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148840" y="3794760"/>
            <a:ext cx="7813548" cy="2825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3794760"/>
            <a:ext cx="7813548" cy="384048"/>
          </a:xfrm>
          <a:prstGeom prst="roundRect">
            <a:avLst>
              <a:gd name="adj" fmla="val 35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3794760"/>
            <a:ext cx="7813548" cy="384048"/>
          </a:xfrm>
          <a:prstGeom prst="rect">
            <a:avLst/>
          </a:prstGeom>
          <a:noFill/>
        </p:spPr>
        <p:txBody>
          <a:bodyPr wrap="none" tIns="2540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Refunds Database</a:t>
            </a:r>
          </a:p>
        </p:txBody>
      </p:sp>
      <p:pic>
        <p:nvPicPr>
          <p:cNvPr id="14" name="Picture 13" descr="image(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144" y="4325112"/>
            <a:ext cx="7520940" cy="2148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